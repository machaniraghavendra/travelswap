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4"/>
    <p:sldMasterId id="214748367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d2ad39e6c_0_9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dd2ad39e6c_0_9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dd2ad39e6c_0_9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dd2ad39e6c_0_9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dd2ad39e6c_0_9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dd2ad39e6c_0_9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d2ad39e6c_0_9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dd2ad39e6c_0_9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dd2ad39e6c_0_9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dd2ad39e6c_0_9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dd2ad39e6c_0_9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dd2ad39e6c_0_9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dd2ad39e6c_0_9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dd2ad39e6c_0_9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dd2ad39e6c_0_9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" name="Google Shape;162;g3dd2ad39e6c_0_9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dd2ad39e6c_0_9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dd2ad39e6c_0_9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d2ad39e6c_0_9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d2ad39e6c_0_9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1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ctrTitle"/>
          </p:nvPr>
        </p:nvSpPr>
        <p:spPr>
          <a:xfrm>
            <a:off x="685800" y="1597819"/>
            <a:ext cx="7772400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" type="subTitle"/>
          </p:nvPr>
        </p:nvSpPr>
        <p:spPr>
          <a:xfrm>
            <a:off x="1371600" y="2914650"/>
            <a:ext cx="640080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7"/>
          <p:cNvSpPr txBox="1"/>
          <p:nvPr>
            <p:ph type="title"/>
          </p:nvPr>
        </p:nvSpPr>
        <p:spPr>
          <a:xfrm>
            <a:off x="722313" y="3305175"/>
            <a:ext cx="7772400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7"/>
          <p:cNvSpPr txBox="1"/>
          <p:nvPr>
            <p:ph idx="1" type="body"/>
          </p:nvPr>
        </p:nvSpPr>
        <p:spPr>
          <a:xfrm>
            <a:off x="722313" y="2180035"/>
            <a:ext cx="77724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6" name="Google Shape;76;p17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7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8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8"/>
          <p:cNvSpPr txBox="1"/>
          <p:nvPr>
            <p:ph idx="1" type="body"/>
          </p:nvPr>
        </p:nvSpPr>
        <p:spPr>
          <a:xfrm>
            <a:off x="457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2" name="Google Shape;82;p18"/>
          <p:cNvSpPr txBox="1"/>
          <p:nvPr>
            <p:ph idx="2" type="body"/>
          </p:nvPr>
        </p:nvSpPr>
        <p:spPr>
          <a:xfrm>
            <a:off x="4648200" y="1200150"/>
            <a:ext cx="4038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83" name="Google Shape;83;p18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18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9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19"/>
          <p:cNvSpPr txBox="1"/>
          <p:nvPr>
            <p:ph idx="1" type="body"/>
          </p:nvPr>
        </p:nvSpPr>
        <p:spPr>
          <a:xfrm>
            <a:off x="457200" y="1151335"/>
            <a:ext cx="4040188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89" name="Google Shape;89;p19"/>
          <p:cNvSpPr txBox="1"/>
          <p:nvPr>
            <p:ph idx="2" type="body"/>
          </p:nvPr>
        </p:nvSpPr>
        <p:spPr>
          <a:xfrm>
            <a:off x="457200" y="1631156"/>
            <a:ext cx="4040188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0" name="Google Shape;90;p19"/>
          <p:cNvSpPr txBox="1"/>
          <p:nvPr>
            <p:ph idx="3" type="body"/>
          </p:nvPr>
        </p:nvSpPr>
        <p:spPr>
          <a:xfrm>
            <a:off x="4645025" y="1151335"/>
            <a:ext cx="4041775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91" name="Google Shape;91;p19"/>
          <p:cNvSpPr txBox="1"/>
          <p:nvPr>
            <p:ph idx="4" type="body"/>
          </p:nvPr>
        </p:nvSpPr>
        <p:spPr>
          <a:xfrm>
            <a:off x="4645025" y="1631156"/>
            <a:ext cx="4041775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92" name="Google Shape;92;p19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4" name="Google Shape;94;p19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457200" y="204788"/>
            <a:ext cx="3008313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575050" y="204788"/>
            <a:ext cx="5111750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457200" y="1076325"/>
            <a:ext cx="3008313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792288" y="3600450"/>
            <a:ext cx="5486400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792288" y="4025503"/>
            <a:ext cx="5486400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2874764" y="-1217414"/>
            <a:ext cx="3394472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5463778" y="1371600"/>
            <a:ext cx="4388644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1272778" y="-609600"/>
            <a:ext cx="4388644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0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 by adding backgrounds as travel buses" id="129" name="Google Shape;12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8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4" name="Google Shape;134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39" name="Google Shape;139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4" name="Google Shape;144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49" name="Google Shape;149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4" name="Google Shape;154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59" name="Google Shape;159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4" name="Google Shape;164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69" name="Google Shape;169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3338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beautify this slide" id="174" name="Google Shape;174;p3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35700" y="0"/>
            <a:ext cx="9210675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